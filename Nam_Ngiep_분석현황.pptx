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세그먼트 수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1등급</c:v>
                  </c:pt>
                  <c:pt idx="1">
                    <c:v>2등급</c:v>
                  </c:pt>
                  <c:pt idx="2">
                    <c:v>3등급</c:v>
                  </c:pt>
                  <c:pt idx="3">
                    <c:v>4등급</c:v>
                  </c:pt>
                  <c:pt idx="4">
                    <c:v>5등급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292</c:v>
                </c:pt>
                <c:pt idx="1">
                  <c:v>138</c:v>
                </c:pt>
                <c:pt idx="2">
                  <c:v>73</c:v>
                </c:pt>
                <c:pt idx="3">
                  <c:v>13</c:v>
                </c:pt>
                <c:pt idx="4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Ngiep 유역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댐 적지 분석 현황 및 계획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0292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라오스 남니옙(Nam Ngiep) 전체 유역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  표: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저수량 5M㎥ 이상 댐 적지 도출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 DEM · HydroRIVERS 기반 GeoJSON (575 세그먼트)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분석의 문제점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1440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강 중심선 부정확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SRTM 파생 강 레이어가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수계와 불일치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후보지 위치 왜곡 발생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91440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광범위한 분석 범위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남니옙 전체 유역 대상으로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 없이 분석 수행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하류 지역에도 적지 출현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14400"/>
            <a:ext cx="26517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88" y="91440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저수량 기준 부적절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10M㎥ 기준 적용 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많은 후보지 산출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실용적 필터링 미흡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물이 상류에 갇혀야 하는 기본 원칙에서 벗어난 후보지 다수 출현 → 전면 재분석 필요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분석 전략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2336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데이터 개선 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 중심선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Drainage 분석으로 신규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유향·강 등급 속성 포함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하천 데이터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HydroRIVERS 기반 GeoJSON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575 세그먼트, WGS84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속성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UPLAND_SKM (상류 집수면적)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DIS_AV_CMS (평균 유량)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NEXT_DOWN (하류 연결)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0690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68680"/>
            <a:ext cx="40690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제약조건 변경 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저수량 기준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10M㎥  →  5M㎥ 이상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(더 실용적인 소규모 댐 포함)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하천 등급 필터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Strahler 3등급 이상만 대상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후보지 범위 합리적 축소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상하류 방향성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NEXT_DOWN 속성 활용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물리적으로 타당한 위치만 선별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소유역 연계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4251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소유역 경계 정의 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집수면적 기반 정밀 계산 예정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하천 데이터 분석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01168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세그먼트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201168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상류 면적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201168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평균 유량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822960"/>
            <a:ext cx="201168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868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WGS84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1444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EPSG:4326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Strahler 등급(ORD_STRA) 분포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0040" y="2468880"/>
          <a:ext cx="41148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475488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댐 적지 분석 활용 속성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2514600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2514600"/>
            <a:ext cx="64008" cy="5303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2542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UPLAND_SKM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92040" y="2770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상류 집수면적 (km²)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저수량 추정의 핵심 지표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3090672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3090672"/>
            <a:ext cx="64008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6"/>
          <p:cNvSpPr/>
          <p:nvPr/>
        </p:nvSpPr>
        <p:spPr>
          <a:xfrm>
            <a:off x="4892040" y="3118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DIS_AV_CMS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92040" y="3346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유량 (m³/s)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저수 가능량 직접 계산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3666744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3666744"/>
            <a:ext cx="64008" cy="5303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0"/>
          <p:cNvSpPr/>
          <p:nvPr/>
        </p:nvSpPr>
        <p:spPr>
          <a:xfrm>
            <a:off x="4892040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NEXT_DOWN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92040" y="3922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하류 세그먼트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상하류 연결 추적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54880" y="4242816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54880" y="4242816"/>
            <a:ext cx="64008" cy="5303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7" name="Text 34"/>
          <p:cNvSpPr/>
          <p:nvPr/>
        </p:nvSpPr>
        <p:spPr>
          <a:xfrm>
            <a:off x="489204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ORD_STRA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89204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Strahler 등급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하천 필터링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작업 계획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14300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0116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소유역 경계 완성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176272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Drainage 분석 결과 기반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소유역 폴리곤 최종 정의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집수면적 정밀 계산 기반 마련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371600" cy="274320"/>
          </a:xfrm>
          <a:prstGeom prst="rect">
            <a:avLst/>
          </a:prstGeom>
          <a:solidFill>
            <a:srgbClr val="F9E795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43000"/>
            <a:ext cx="20116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1627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후보지 필터링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2176272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ORD_STRA 3등급 이상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UPLAND_SKM 기반 저수량 추정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DIS_AV_CMS 5M㎥/yr 이상 조건 적용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88920" y="4343400"/>
            <a:ext cx="1371600" cy="274320"/>
          </a:xfrm>
          <a:prstGeom prst="rect">
            <a:avLst/>
          </a:prstGeom>
          <a:solidFill>
            <a:srgbClr val="97BC62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14300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143000"/>
            <a:ext cx="20116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27448" y="1627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경사도 분석 결합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27448" y="2176272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 기반 경사도 추출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협곡 조건 판별 (댐 축조비 최소화)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2차 후보지 정제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4343400"/>
            <a:ext cx="1371600" cy="274320"/>
          </a:xfrm>
          <a:prstGeom prst="rect">
            <a:avLst/>
          </a:prstGeom>
          <a:solidFill>
            <a:srgbClr val="97BC62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143000"/>
            <a:ext cx="20116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143000"/>
            <a:ext cx="20116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6288" y="16276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적지 검증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76288" y="2176272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상하류 방향성 검증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후보 제거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시각화 및 보고서 작성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86600" y="4343400"/>
            <a:ext cx="1371600" cy="274320"/>
          </a:xfrm>
          <a:prstGeom prst="rect">
            <a:avLst/>
          </a:prstGeom>
          <a:solidFill>
            <a:srgbClr val="97BC62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 Ngiep 댐 적지 분석 현황</dc:title>
  <dc:subject>PptxGenJS Presentation</dc:subject>
  <dc:creator>PptxGenJS</dc:creator>
  <cp:lastModifiedBy>PptxGenJS</cp:lastModifiedBy>
  <cp:revision>1</cp:revision>
  <dcterms:created xsi:type="dcterms:W3CDTF">2026-05-06T08:48:21Z</dcterms:created>
  <dcterms:modified xsi:type="dcterms:W3CDTF">2026-05-06T08:48:21Z</dcterms:modified>
</cp:coreProperties>
</file>